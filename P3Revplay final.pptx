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27D12D-55F2-49AC-93D8-94F08976E87E}" v="8" dt="2026-03-11T04:20:07.9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09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82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dekula AhmadAli" userId="ce53197d2c468995" providerId="LiveId" clId="{C8A0D8A8-4018-4BC5-9784-23FBB95D4687}"/>
    <pc:docChg chg="modSld">
      <pc:chgData name="Dudekula AhmadAli" userId="ce53197d2c468995" providerId="LiveId" clId="{C8A0D8A8-4018-4BC5-9784-23FBB95D4687}" dt="2026-03-11T04:20:44.871" v="696" actId="1076"/>
      <pc:docMkLst>
        <pc:docMk/>
      </pc:docMkLst>
      <pc:sldChg chg="modSp mod">
        <pc:chgData name="Dudekula AhmadAli" userId="ce53197d2c468995" providerId="LiveId" clId="{C8A0D8A8-4018-4BC5-9784-23FBB95D4687}" dt="2026-03-11T04:20:14.686" v="695" actId="20577"/>
        <pc:sldMkLst>
          <pc:docMk/>
          <pc:sldMk cId="1282151114" sldId="259"/>
        </pc:sldMkLst>
        <pc:spChg chg="mod">
          <ac:chgData name="Dudekula AhmadAli" userId="ce53197d2c468995" providerId="LiveId" clId="{C8A0D8A8-4018-4BC5-9784-23FBB95D4687}" dt="2026-03-11T04:20:14.686" v="695" actId="20577"/>
          <ac:spMkLst>
            <pc:docMk/>
            <pc:sldMk cId="1282151114" sldId="259"/>
            <ac:spMk id="3" creationId="{DA711D4E-DDF9-7942-F3A3-C5D12110705E}"/>
          </ac:spMkLst>
        </pc:spChg>
      </pc:sldChg>
      <pc:sldChg chg="modSp">
        <pc:chgData name="Dudekula AhmadAli" userId="ce53197d2c468995" providerId="LiveId" clId="{C8A0D8A8-4018-4BC5-9784-23FBB95D4687}" dt="2026-03-10T20:06:05.638" v="662"/>
        <pc:sldMkLst>
          <pc:docMk/>
          <pc:sldMk cId="1933616562" sldId="260"/>
        </pc:sldMkLst>
        <pc:spChg chg="mod">
          <ac:chgData name="Dudekula AhmadAli" userId="ce53197d2c468995" providerId="LiveId" clId="{C8A0D8A8-4018-4BC5-9784-23FBB95D4687}" dt="2026-03-10T20:06:05.638" v="662"/>
          <ac:spMkLst>
            <pc:docMk/>
            <pc:sldMk cId="1933616562" sldId="260"/>
            <ac:spMk id="3" creationId="{822CED5D-2FA1-6EF7-8E20-92899F95CE32}"/>
          </ac:spMkLst>
        </pc:spChg>
      </pc:sldChg>
      <pc:sldChg chg="modSp">
        <pc:chgData name="Dudekula AhmadAli" userId="ce53197d2c468995" providerId="LiveId" clId="{C8A0D8A8-4018-4BC5-9784-23FBB95D4687}" dt="2026-03-10T20:06:05.638" v="662"/>
        <pc:sldMkLst>
          <pc:docMk/>
          <pc:sldMk cId="2783086219" sldId="261"/>
        </pc:sldMkLst>
        <pc:spChg chg="mod">
          <ac:chgData name="Dudekula AhmadAli" userId="ce53197d2c468995" providerId="LiveId" clId="{C8A0D8A8-4018-4BC5-9784-23FBB95D4687}" dt="2026-03-10T20:06:05.638" v="662"/>
          <ac:spMkLst>
            <pc:docMk/>
            <pc:sldMk cId="2783086219" sldId="261"/>
            <ac:spMk id="2" creationId="{72916355-B362-30FB-9383-D77072E112D3}"/>
          </ac:spMkLst>
        </pc:spChg>
        <pc:spChg chg="mod">
          <ac:chgData name="Dudekula AhmadAli" userId="ce53197d2c468995" providerId="LiveId" clId="{C8A0D8A8-4018-4BC5-9784-23FBB95D4687}" dt="2026-03-10T20:06:05.638" v="662"/>
          <ac:spMkLst>
            <pc:docMk/>
            <pc:sldMk cId="2783086219" sldId="261"/>
            <ac:spMk id="3" creationId="{B26E307D-2F2A-66CB-1A59-059FF0D53368}"/>
          </ac:spMkLst>
        </pc:spChg>
      </pc:sldChg>
      <pc:sldChg chg="modSp mod">
        <pc:chgData name="Dudekula AhmadAli" userId="ce53197d2c468995" providerId="LiveId" clId="{C8A0D8A8-4018-4BC5-9784-23FBB95D4687}" dt="2026-03-11T04:20:44.871" v="696" actId="1076"/>
        <pc:sldMkLst>
          <pc:docMk/>
          <pc:sldMk cId="356001336" sldId="262"/>
        </pc:sldMkLst>
        <pc:picChg chg="mod">
          <ac:chgData name="Dudekula AhmadAli" userId="ce53197d2c468995" providerId="LiveId" clId="{C8A0D8A8-4018-4BC5-9784-23FBB95D4687}" dt="2026-03-11T04:20:44.871" v="696" actId="1076"/>
          <ac:picMkLst>
            <pc:docMk/>
            <pc:sldMk cId="356001336" sldId="262"/>
            <ac:picMk id="4" creationId="{9CBF8647-B242-7196-C92D-D96410F86044}"/>
          </ac:picMkLst>
        </pc:picChg>
      </pc:sldChg>
      <pc:sldChg chg="modSp mod">
        <pc:chgData name="Dudekula AhmadAli" userId="ce53197d2c468995" providerId="LiveId" clId="{C8A0D8A8-4018-4BC5-9784-23FBB95D4687}" dt="2026-03-10T20:02:08.700" v="563" actId="255"/>
        <pc:sldMkLst>
          <pc:docMk/>
          <pc:sldMk cId="1693065250" sldId="265"/>
        </pc:sldMkLst>
        <pc:spChg chg="mod">
          <ac:chgData name="Dudekula AhmadAli" userId="ce53197d2c468995" providerId="LiveId" clId="{C8A0D8A8-4018-4BC5-9784-23FBB95D4687}" dt="2026-03-10T20:02:08.700" v="563" actId="255"/>
          <ac:spMkLst>
            <pc:docMk/>
            <pc:sldMk cId="1693065250" sldId="265"/>
            <ac:spMk id="4" creationId="{37EBE44D-9F19-0178-3B7D-925BDC2F29C8}"/>
          </ac:spMkLst>
        </pc:spChg>
      </pc:sldChg>
      <pc:sldChg chg="modSp mod">
        <pc:chgData name="Dudekula AhmadAli" userId="ce53197d2c468995" providerId="LiveId" clId="{C8A0D8A8-4018-4BC5-9784-23FBB95D4687}" dt="2026-03-10T20:06:10.519" v="663" actId="14100"/>
        <pc:sldMkLst>
          <pc:docMk/>
          <pc:sldMk cId="1581199115" sldId="268"/>
        </pc:sldMkLst>
        <pc:spChg chg="mod">
          <ac:chgData name="Dudekula AhmadAli" userId="ce53197d2c468995" providerId="LiveId" clId="{C8A0D8A8-4018-4BC5-9784-23FBB95D4687}" dt="2026-03-10T20:06:10.519" v="663" actId="14100"/>
          <ac:spMkLst>
            <pc:docMk/>
            <pc:sldMk cId="1581199115" sldId="268"/>
            <ac:spMk id="4" creationId="{8BC8EEAF-1DDE-73F5-7B2E-A2E359EF6D5C}"/>
          </ac:spMkLst>
        </pc:spChg>
      </pc:sldChg>
      <pc:sldChg chg="modSp">
        <pc:chgData name="Dudekula AhmadAli" userId="ce53197d2c468995" providerId="LiveId" clId="{C8A0D8A8-4018-4BC5-9784-23FBB95D4687}" dt="2026-03-10T20:06:05.638" v="662"/>
        <pc:sldMkLst>
          <pc:docMk/>
          <pc:sldMk cId="3838017201" sldId="270"/>
        </pc:sldMkLst>
        <pc:spChg chg="mod">
          <ac:chgData name="Dudekula AhmadAli" userId="ce53197d2c468995" providerId="LiveId" clId="{C8A0D8A8-4018-4BC5-9784-23FBB95D4687}" dt="2026-03-10T20:06:05.638" v="662"/>
          <ac:spMkLst>
            <pc:docMk/>
            <pc:sldMk cId="3838017201" sldId="270"/>
            <ac:spMk id="3" creationId="{34D9FB98-7A12-9A4E-808E-4DE5BED1F04C}"/>
          </ac:spMkLst>
        </pc:spChg>
      </pc:sldChg>
      <pc:sldChg chg="modSp">
        <pc:chgData name="Dudekula AhmadAli" userId="ce53197d2c468995" providerId="LiveId" clId="{C8A0D8A8-4018-4BC5-9784-23FBB95D4687}" dt="2026-03-10T20:06:05.638" v="662"/>
        <pc:sldMkLst>
          <pc:docMk/>
          <pc:sldMk cId="2126752862" sldId="272"/>
        </pc:sldMkLst>
        <pc:spChg chg="mod">
          <ac:chgData name="Dudekula AhmadAli" userId="ce53197d2c468995" providerId="LiveId" clId="{C8A0D8A8-4018-4BC5-9784-23FBB95D4687}" dt="2026-03-10T20:06:05.638" v="662"/>
          <ac:spMkLst>
            <pc:docMk/>
            <pc:sldMk cId="2126752862" sldId="272"/>
            <ac:spMk id="3" creationId="{CE8E0350-D525-4DEA-1781-719B679B75F3}"/>
          </ac:spMkLst>
        </pc:spChg>
      </pc:sldChg>
      <pc:sldChg chg="modSp">
        <pc:chgData name="Dudekula AhmadAli" userId="ce53197d2c468995" providerId="LiveId" clId="{C8A0D8A8-4018-4BC5-9784-23FBB95D4687}" dt="2026-03-10T20:06:05.638" v="662"/>
        <pc:sldMkLst>
          <pc:docMk/>
          <pc:sldMk cId="1297893375" sldId="273"/>
        </pc:sldMkLst>
        <pc:spChg chg="mod">
          <ac:chgData name="Dudekula AhmadAli" userId="ce53197d2c468995" providerId="LiveId" clId="{C8A0D8A8-4018-4BC5-9784-23FBB95D4687}" dt="2026-03-10T20:06:05.638" v="662"/>
          <ac:spMkLst>
            <pc:docMk/>
            <pc:sldMk cId="1297893375" sldId="273"/>
            <ac:spMk id="3" creationId="{3F00D618-788B-E484-7913-2C0C5F556CC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3C73-1C78-4948-A212-00964807DB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539AB8E-125A-408B-BCDA-C745C37F225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009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3C73-1C78-4948-A212-00964807DB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AB8E-125A-408B-BCDA-C745C37F225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068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3C73-1C78-4948-A212-00964807DB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AB8E-125A-408B-BCDA-C745C37F225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695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3C73-1C78-4948-A212-00964807DB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AB8E-125A-408B-BCDA-C745C37F225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14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3C73-1C78-4948-A212-00964807DB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AB8E-125A-408B-BCDA-C745C37F225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016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3C73-1C78-4948-A212-00964807DB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AB8E-125A-408B-BCDA-C745C37F225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850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3C73-1C78-4948-A212-00964807DB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AB8E-125A-408B-BCDA-C745C37F2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514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3C73-1C78-4948-A212-00964807DB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AB8E-125A-408B-BCDA-C745C37F225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24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0983C73-1C78-4948-A212-00964807DB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AB8E-125A-408B-BCDA-C745C37F225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530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3C73-1C78-4948-A212-00964807DB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AB8E-125A-408B-BCDA-C745C37F225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124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83C73-1C78-4948-A212-00964807DB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AB8E-125A-408B-BCDA-C745C37F225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788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983C73-1C78-4948-A212-00964807DB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539AB8E-125A-408B-BCDA-C745C37F225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534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98D99-F5C6-FEB1-6110-91A7DC517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28578"/>
            <a:ext cx="9570720" cy="1079341"/>
          </a:xfrm>
        </p:spPr>
        <p:txBody>
          <a:bodyPr>
            <a:normAutofit/>
          </a:bodyPr>
          <a:lstStyle/>
          <a:p>
            <a:r>
              <a:rPr lang="en-US" b="1" dirty="0"/>
              <a:t>           REVPLAY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B3492-A03B-1BB3-CEAC-F9D98A03F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1440" y="2407918"/>
            <a:ext cx="8584248" cy="1021081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sz="1900" b="1" i="1" dirty="0"/>
              <a:t>- </a:t>
            </a:r>
            <a:r>
              <a:rPr lang="en-US" sz="7200" b="1" i="1" dirty="0"/>
              <a:t>Seamless audio, dynamic user experience, and secure music management</a:t>
            </a:r>
            <a:r>
              <a:rPr lang="en-US" sz="7200" b="1" dirty="0"/>
              <a:t>.</a:t>
            </a:r>
          </a:p>
          <a:p>
            <a:pPr algn="r"/>
            <a:r>
              <a:rPr lang="en-US" sz="6400" b="1" dirty="0"/>
              <a:t>- under guidance by : Remya G</a:t>
            </a:r>
            <a:endParaRPr lang="en-IN" sz="6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2FF3F0-CD68-7AA8-8DBB-F11E7A855148}"/>
              </a:ext>
            </a:extLst>
          </p:cNvPr>
          <p:cNvSpPr txBox="1"/>
          <p:nvPr/>
        </p:nvSpPr>
        <p:spPr>
          <a:xfrm>
            <a:off x="2468880" y="3775096"/>
            <a:ext cx="74066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Team Members &amp; Roles: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O. Hemanth Sateesh kumar </a:t>
            </a:r>
            <a:r>
              <a:rPr lang="en-US" sz="2000" dirty="0"/>
              <a:t>: Team Lead &amp;</a:t>
            </a:r>
            <a:r>
              <a:rPr lang="en-IN" sz="2000" dirty="0"/>
              <a:t> User &amp; Auth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D. Devi Prasad:</a:t>
            </a:r>
            <a:r>
              <a:rPr lang="en-IN" sz="2000" dirty="0"/>
              <a:t>  Catalog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G. Saikiran:</a:t>
            </a:r>
            <a:r>
              <a:rPr lang="en-IN" sz="2000" dirty="0"/>
              <a:t>  Artist Analytics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K. Rekha:</a:t>
            </a:r>
            <a:r>
              <a:rPr lang="en-IN" sz="2000" dirty="0"/>
              <a:t> Playlist &amp; Favorites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D. Ahmad Ali:</a:t>
            </a:r>
            <a:r>
              <a:rPr lang="en-IN" sz="2000" dirty="0"/>
              <a:t> Playback Service</a:t>
            </a:r>
          </a:p>
        </p:txBody>
      </p:sp>
    </p:spTree>
    <p:extLst>
      <p:ext uri="{BB962C8B-B14F-4D97-AF65-F5344CB8AC3E}">
        <p14:creationId xmlns:p14="http://schemas.microsoft.com/office/powerpoint/2010/main" val="3733381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1BCEA-BD51-2839-D410-25F7C8BAE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85863"/>
            <a:ext cx="9603275" cy="514349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overview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72EB57-10E8-1A4B-DDA8-0BE3A0FD23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221524"/>
            <a:ext cx="9603275" cy="3450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RevPlay </a:t>
            </a:r>
            <a:r>
              <a:rPr lang="en-US" sz="2000" dirty="0"/>
              <a:t>:  A full-stack music streaming web application that allows users to listen to music, manage playlists, and enables artists to upload and manage their own tracks.</a:t>
            </a:r>
          </a:p>
          <a:p>
            <a:r>
              <a:rPr lang="en-US" sz="2000" b="1" dirty="0"/>
              <a:t>The Goal : </a:t>
            </a:r>
            <a:r>
              <a:rPr lang="en-US" sz="2000" dirty="0"/>
              <a:t>To build a platform that doesn't just play music, but provides a persistent, modern, "no-refresh" experience.</a:t>
            </a:r>
          </a:p>
          <a:p>
            <a:r>
              <a:rPr lang="en-US" sz="2000" b="1" dirty="0"/>
              <a:t>Key Features </a:t>
            </a:r>
            <a:r>
              <a:rPr lang="en-US" sz="2000" dirty="0"/>
              <a:t>:</a:t>
            </a:r>
          </a:p>
          <a:p>
            <a:r>
              <a:rPr lang="en-US" sz="2000" dirty="0"/>
              <a:t>Role-based access (Listeners vs. Artists).</a:t>
            </a:r>
          </a:p>
          <a:p>
            <a:r>
              <a:rPr lang="en-US" sz="2000" dirty="0"/>
              <a:t>Persistent, global audio player.</a:t>
            </a:r>
          </a:p>
          <a:p>
            <a:r>
              <a:rPr lang="en-US" sz="2000" dirty="0"/>
              <a:t>Real-time UI updates without page refreshes.</a:t>
            </a:r>
          </a:p>
          <a:p>
            <a:r>
              <a:rPr lang="en-US" sz="2000" dirty="0"/>
              <a:t>Custom playlist and favorites management.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57948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4039B-849D-951E-045A-5702011DC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072407"/>
            <a:ext cx="9654679" cy="1049235"/>
          </a:xfrm>
        </p:spPr>
        <p:txBody>
          <a:bodyPr/>
          <a:lstStyle/>
          <a:p>
            <a:r>
              <a:rPr lang="en-US" dirty="0"/>
              <a:t>Our Technology Stack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5D752-D59A-503D-E4F1-9517F359C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5625"/>
            <a:ext cx="9982200" cy="3244215"/>
          </a:xfrm>
        </p:spPr>
        <p:txBody>
          <a:bodyPr>
            <a:normAutofit/>
          </a:bodyPr>
          <a:lstStyle/>
          <a:p>
            <a:r>
              <a:rPr lang="en-US" sz="2400" b="1" dirty="0"/>
              <a:t>Frontend (The User Interface) </a:t>
            </a:r>
            <a:r>
              <a:rPr lang="en-US" sz="2400" dirty="0"/>
              <a:t>:</a:t>
            </a:r>
          </a:p>
          <a:p>
            <a:r>
              <a:rPr lang="en-IN" sz="2400" b="1" dirty="0"/>
              <a:t>Angular </a:t>
            </a:r>
            <a:r>
              <a:rPr lang="en-IN" sz="2400" dirty="0"/>
              <a:t>: Component-based UI.</a:t>
            </a:r>
          </a:p>
          <a:p>
            <a:r>
              <a:rPr lang="en-IN" sz="2400" b="1" dirty="0"/>
              <a:t>RxJS </a:t>
            </a:r>
            <a:r>
              <a:rPr lang="en-IN" sz="2400" dirty="0"/>
              <a:t>: For reactive state management (managing the global audio state).</a:t>
            </a:r>
          </a:p>
          <a:p>
            <a:r>
              <a:rPr lang="en-IN" sz="2400" b="1" dirty="0"/>
              <a:t>HTML5/CSS3 </a:t>
            </a:r>
            <a:r>
              <a:rPr lang="en-IN" sz="2400" dirty="0"/>
              <a:t>: For a responsive, modern dark-mode aesthetic.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16870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CD6A2-0C25-8A80-732B-986A772A3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147419"/>
            <a:ext cx="9603275" cy="1049235"/>
          </a:xfrm>
        </p:spPr>
        <p:txBody>
          <a:bodyPr/>
          <a:lstStyle/>
          <a:p>
            <a:r>
              <a:rPr lang="en-US" cap="all" dirty="0"/>
              <a:t>Our technology stack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11D4E-DDF9-7942-F3A3-C5D121107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Backend (The Brain &amp; Security):</a:t>
            </a:r>
          </a:p>
          <a:p>
            <a:r>
              <a:rPr lang="en-IN" b="1" dirty="0"/>
              <a:t>Spring Boot 3.4 </a:t>
            </a:r>
            <a:r>
              <a:rPr lang="en-IN" dirty="0"/>
              <a:t>: Core backend framework.</a:t>
            </a:r>
          </a:p>
          <a:p>
            <a:r>
              <a:rPr lang="en-IN" b="1" dirty="0" err="1"/>
              <a:t>Springdoc</a:t>
            </a:r>
            <a:r>
              <a:rPr lang="en-IN" b="1" dirty="0"/>
              <a:t> </a:t>
            </a:r>
            <a:r>
              <a:rPr lang="en-IN" b="1" dirty="0" err="1"/>
              <a:t>OpenAPI</a:t>
            </a:r>
            <a:r>
              <a:rPr lang="en-IN" b="1" dirty="0"/>
              <a:t> (Swagger) </a:t>
            </a:r>
            <a:r>
              <a:rPr lang="en-IN" dirty="0"/>
              <a:t>:</a:t>
            </a:r>
            <a:r>
              <a:rPr lang="en-IN" b="1" dirty="0"/>
              <a:t> </a:t>
            </a:r>
            <a:r>
              <a:rPr lang="en-IN" dirty="0"/>
              <a:t>For dynamic API documentation.</a:t>
            </a:r>
          </a:p>
          <a:p>
            <a:r>
              <a:rPr lang="en-IN" b="1" dirty="0"/>
              <a:t>Spring Security &amp; JWT </a:t>
            </a:r>
            <a:r>
              <a:rPr lang="en-IN" dirty="0"/>
              <a:t>: For stateless, secure authentication.</a:t>
            </a:r>
          </a:p>
          <a:p>
            <a:r>
              <a:rPr lang="nn-NO" b="1" dirty="0"/>
              <a:t>Database </a:t>
            </a:r>
            <a:r>
              <a:rPr lang="nn-NO" dirty="0"/>
              <a:t>:</a:t>
            </a:r>
          </a:p>
          <a:p>
            <a:r>
              <a:rPr lang="nn-NO" b="1" dirty="0"/>
              <a:t>MySQL &amp; Spring Data JPA :</a:t>
            </a:r>
            <a:r>
              <a:rPr lang="nn-NO" dirty="0"/>
              <a:t> For relational data mapping.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2151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5483C-3229-9EFF-3D08-048027C29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075981"/>
            <a:ext cx="9603275" cy="1049235"/>
          </a:xfrm>
        </p:spPr>
        <p:txBody>
          <a:bodyPr/>
          <a:lstStyle/>
          <a:p>
            <a:r>
              <a:rPr lang="en-US" cap="all" dirty="0"/>
              <a:t>Our technology stack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CED5D-2FA1-6EF7-8E20-92899F95C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JUnit : </a:t>
            </a:r>
            <a:r>
              <a:rPr lang="en-US" dirty="0"/>
              <a:t>Utilizing JUnit to automatically test individual pieces of backend logic.</a:t>
            </a:r>
          </a:p>
          <a:p>
            <a:r>
              <a:rPr lang="en-US" dirty="0"/>
              <a:t>Guaranteeing that when we add a brand new feature, our existing code remains unbroken and fully functional.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3616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6355-B362-30FB-9383-D77072E11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Architecture(ER Diagram)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E307D-2F2A-66CB-1A59-059FF0D53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Robust relational structure handling Users, Songs, Albums, Playlists, and History.</a:t>
            </a:r>
          </a:p>
          <a:p>
            <a:r>
              <a:rPr lang="en-US" dirty="0"/>
              <a:t>Many-to-Many relationships for Playlists and Favorites.</a:t>
            </a:r>
          </a:p>
          <a:p>
            <a:r>
              <a:rPr lang="en-US" dirty="0"/>
              <a:t>Foreign key constraints to ensure data integrity (e.g., deleting a song cascades appropriately).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3086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BF8647-B242-7196-C92D-D96410F8604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019718" y="0"/>
            <a:ext cx="8529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01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0693C-57BA-B43F-3261-54E286C19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867" y="1081622"/>
            <a:ext cx="9603275" cy="1049235"/>
          </a:xfrm>
        </p:spPr>
        <p:txBody>
          <a:bodyPr/>
          <a:lstStyle/>
          <a:p>
            <a:r>
              <a:rPr lang="en-IN" dirty="0"/>
              <a:t>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708DE9-90BE-9DC1-87E7-BE8E340769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8737" y="1990726"/>
            <a:ext cx="104394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Infrastructure Modules: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revplay-eureka-server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Service discovery allowing microservices to locate each other dynamically.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revplay-config-server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Centralized configuration server managing properties across all environments for every service.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revplay-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-gateway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Routes incoming frontend requests to the appropriate backend service and handles rate-limiting.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Routing: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Angular routing remains independent from the global audio player state to guarantee uninterrupted playback</a:t>
            </a:r>
          </a:p>
        </p:txBody>
      </p:sp>
    </p:spTree>
    <p:extLst>
      <p:ext uri="{BB962C8B-B14F-4D97-AF65-F5344CB8AC3E}">
        <p14:creationId xmlns:p14="http://schemas.microsoft.com/office/powerpoint/2010/main" val="2178049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2A707-AA98-2A43-3754-E96EDB08A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61694"/>
            <a:ext cx="9603275" cy="1049235"/>
          </a:xfrm>
        </p:spPr>
        <p:txBody>
          <a:bodyPr/>
          <a:lstStyle/>
          <a:p>
            <a:r>
              <a:rPr lang="en-IN" dirty="0"/>
              <a:t>Individual Contribution – Hemanth (Lead)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AEC1C1-BBF0-5E08-BD4B-8E35611D46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898497"/>
            <a:ext cx="1030428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 &amp; Role: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Hemanth – User &amp; Auth Service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Audience: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Users (Listeners &amp; Artists)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Flow: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Built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revplay-user-service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profile management and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revplay-auth-service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stateless JWT token generation. Configured 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revplay-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-gateway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UI (Angular):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secure registration and login flows.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Engineered token handling via HTTP interceptors.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up strict Route Guards enforcing Role-Based Access Control (RBAC)—ensuring Listeners</a:t>
            </a:r>
            <a:r>
              <a:rPr kumimoji="0" lang="en-US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 access Artist-only pages.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826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191E3-70CB-18AB-C682-421B78774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986963"/>
            <a:ext cx="9603275" cy="1049235"/>
          </a:xfrm>
        </p:spPr>
        <p:txBody>
          <a:bodyPr/>
          <a:lstStyle/>
          <a:p>
            <a:r>
              <a:rPr lang="en-IN" dirty="0"/>
              <a:t>Individual Contribution – Devi Prasad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EBE44D-9F19-0178-3B7D-925BDC2F29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874045"/>
            <a:ext cx="10313709" cy="4254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Name &amp; Role: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Devi Prasad – Catalog Service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Target Audience: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Listeners (Discovery) &amp; Artists (Uploads) </a:t>
            </a:r>
          </a:p>
          <a:p>
            <a:r>
              <a:rPr lang="en-US" sz="1800" b="1" dirty="0"/>
              <a:t>Target Audience:</a:t>
            </a:r>
            <a:r>
              <a:rPr lang="en-US" sz="1800" dirty="0"/>
              <a:t> Listeners (Discovery) &amp; Artists (Uploads)</a:t>
            </a:r>
            <a:br>
              <a:rPr lang="en-US" sz="1800" dirty="0"/>
            </a:br>
            <a:r>
              <a:rPr lang="en-US" sz="1800" b="1" dirty="0"/>
              <a:t>Backend Flow:</a:t>
            </a:r>
            <a:r>
              <a:rPr lang="en-US" sz="1800" dirty="0"/>
              <a:t> Developed </a:t>
            </a:r>
            <a:r>
              <a:rPr lang="en-US" sz="1800" b="1" dirty="0" err="1"/>
              <a:t>revplay</a:t>
            </a:r>
            <a:r>
              <a:rPr lang="en-US" sz="1800" b="1" dirty="0"/>
              <a:t>-catalog-service</a:t>
            </a:r>
            <a:r>
              <a:rPr lang="en-US" sz="1800" dirty="0"/>
              <a:t> to manage the core library database (</a:t>
            </a:r>
            <a:r>
              <a:rPr lang="en-US" sz="1800" b="1" dirty="0"/>
              <a:t>Songs and Artists</a:t>
            </a:r>
            <a:r>
              <a:rPr lang="en-US" sz="1800" dirty="0"/>
              <a:t>).</a:t>
            </a:r>
          </a:p>
          <a:p>
            <a:r>
              <a:rPr lang="en-US" sz="1800" b="1" dirty="0"/>
              <a:t>Frontend UI (Angular):</a:t>
            </a:r>
            <a:br>
              <a:rPr lang="en-US" sz="1800" dirty="0"/>
            </a:br>
            <a:r>
              <a:rPr lang="en-US" sz="1800" b="1" dirty="0"/>
              <a:t>For Listeners:</a:t>
            </a:r>
            <a:r>
              <a:rPr lang="en-US" sz="1800" dirty="0"/>
              <a:t> Built dynamic </a:t>
            </a:r>
            <a:r>
              <a:rPr lang="en-US" sz="1800" b="1" dirty="0"/>
              <a:t>song listing pages, global search, real-time catalog filtering by genre</a:t>
            </a:r>
            <a:r>
              <a:rPr lang="en-US" sz="1800" dirty="0"/>
              <a:t>, and integrated a </a:t>
            </a:r>
            <a:r>
              <a:rPr lang="en-US" sz="1800" b="1" dirty="0"/>
              <a:t>persistent global audio player with play, pause, skip, and mute controls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US" sz="1800" b="1" dirty="0"/>
              <a:t>For Artists:</a:t>
            </a:r>
            <a:r>
              <a:rPr lang="en-US" sz="1800" dirty="0"/>
              <a:t> Implemented the </a:t>
            </a:r>
            <a:r>
              <a:rPr lang="en-US" sz="1800" b="1" dirty="0"/>
              <a:t>secure multipart file upload UI</a:t>
            </a:r>
            <a:r>
              <a:rPr lang="en-US" sz="1800" dirty="0"/>
              <a:t>, allowing creators to submit </a:t>
            </a:r>
            <a:r>
              <a:rPr lang="en-US" sz="1800" b="1" dirty="0"/>
              <a:t>.mp3 files and cover art directly to the catalog</a:t>
            </a:r>
            <a:r>
              <a:rPr lang="en-US" sz="18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065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7E8E5-5ACC-AE5A-AE4B-C26B25FCF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949593"/>
            <a:ext cx="9603275" cy="1049235"/>
          </a:xfrm>
        </p:spPr>
        <p:txBody>
          <a:bodyPr/>
          <a:lstStyle/>
          <a:p>
            <a:r>
              <a:rPr lang="en-IN" dirty="0"/>
              <a:t>Individual Contribution – Saikiran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8E4A15-0C9D-99EB-E619-3878700037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122755"/>
            <a:ext cx="1031370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 &amp; Role: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Saikiran – Artist Analytics Service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Audience: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Strictly Artists (Content Creators)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Flow: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Engineered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revplay-analytics-service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asynchronously process streaming events and generate performance metrics.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UI (Angular):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the exclusive "Creator Dashboards" restricted to the Artist role.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complex data visualizations.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Displayed real-time metrics including play counts, popularity trends, and top listener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937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2A511-DDE6-F0A6-1734-C357F8876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990256"/>
            <a:ext cx="9603275" cy="1049235"/>
          </a:xfrm>
        </p:spPr>
        <p:txBody>
          <a:bodyPr/>
          <a:lstStyle/>
          <a:p>
            <a:r>
              <a:rPr lang="en-IN" dirty="0"/>
              <a:t>Individual Contribution – Rekha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752C57-6210-A2AE-481F-1D9335605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898497"/>
            <a:ext cx="1040797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 &amp; Role: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Rekha – Playlist &amp; Favorites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Audience: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Users (Personalization for Listeners &amp; Artists)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Flow: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revplay-playlist-service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revplay-favorite-service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manage Many-to-Many relational user data independently.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UI (Angular):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Playlists: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Built interfaces to create and edit playlists, complete with Public/Private visibility toggles.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Favorites: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Implemented instant, reactive one-click add/remove functionality for favorites.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the personalized user library and discovery screens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958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BEDA-FE03-C32E-7FA8-7DECB8137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18832"/>
            <a:ext cx="9603275" cy="1049235"/>
          </a:xfrm>
        </p:spPr>
        <p:txBody>
          <a:bodyPr/>
          <a:lstStyle/>
          <a:p>
            <a:r>
              <a:rPr lang="en-IN" dirty="0"/>
              <a:t>Individual Contribution – Ahmad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C8EEAF-1DDE-73F5-7B2E-A2E359EF6D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6431" y="1874260"/>
            <a:ext cx="10436561" cy="4296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Name &amp; Role:</a:t>
            </a:r>
            <a:r>
              <a:rPr lang="en-US" sz="2400" dirty="0"/>
              <a:t> Ahmad – Playback Service</a:t>
            </a:r>
            <a:br>
              <a:rPr lang="en-US" sz="2400" dirty="0"/>
            </a:br>
            <a:r>
              <a:rPr lang="en-US" sz="2400" b="1" dirty="0"/>
              <a:t>Target Audience:</a:t>
            </a:r>
            <a:r>
              <a:rPr lang="en-US" sz="2400" dirty="0"/>
              <a:t> All Users (The Core Audio Experience)</a:t>
            </a:r>
          </a:p>
          <a:p>
            <a:r>
              <a:rPr lang="en-US" sz="1800" b="1" dirty="0"/>
              <a:t>Backend Flow:</a:t>
            </a:r>
            <a:br>
              <a:rPr lang="en-US" sz="1800" dirty="0"/>
            </a:br>
            <a:r>
              <a:rPr lang="en-US" sz="1800" dirty="0"/>
              <a:t>Built </a:t>
            </a:r>
            <a:r>
              <a:rPr lang="en-US" sz="1800" b="1" dirty="0" err="1"/>
              <a:t>revplay</a:t>
            </a:r>
            <a:r>
              <a:rPr lang="en-US" sz="1800" b="1" dirty="0"/>
              <a:t>-playback-service</a:t>
            </a:r>
            <a:r>
              <a:rPr lang="en-US" sz="1800" dirty="0"/>
              <a:t> to</a:t>
            </a:r>
            <a:r>
              <a:rPr lang="en-US" sz="1800" b="1" dirty="0"/>
              <a:t> album management, </a:t>
            </a:r>
            <a:r>
              <a:rPr lang="en-US" sz="1800" dirty="0"/>
              <a:t>(</a:t>
            </a:r>
            <a:r>
              <a:rPr lang="en-US" sz="1800" b="1" dirty="0"/>
              <a:t>create albums, add/remove songs, delete albums</a:t>
            </a:r>
            <a:r>
              <a:rPr lang="en-US" sz="1800" dirty="0"/>
              <a:t>) and integrate with Catalog Service using Feign Client.</a:t>
            </a:r>
            <a:br>
              <a:rPr lang="en-US" sz="1800" dirty="0"/>
            </a:br>
            <a:r>
              <a:rPr lang="en-US" sz="1800" dirty="0"/>
              <a:t>Implemented </a:t>
            </a:r>
            <a:r>
              <a:rPr lang="en-US" sz="1800" b="1" dirty="0"/>
              <a:t>listening history tracking, recently played display, total listening time, and analytics like top listeners and listening trends</a:t>
            </a:r>
            <a:r>
              <a:rPr lang="en-US" sz="1800" dirty="0"/>
              <a:t>.</a:t>
            </a:r>
          </a:p>
          <a:p>
            <a:r>
              <a:rPr lang="en-US" sz="1800" b="1" dirty="0"/>
              <a:t>Frontend UI (Angular):</a:t>
            </a:r>
            <a:br>
              <a:rPr lang="en-US" sz="1800" dirty="0"/>
            </a:br>
            <a:r>
              <a:rPr lang="en-US" sz="1800" dirty="0"/>
              <a:t>Displayed </a:t>
            </a:r>
            <a:r>
              <a:rPr lang="en-US" sz="1800" b="1" dirty="0"/>
              <a:t>Recently Played songs dynamically using listening history APIs</a:t>
            </a:r>
            <a:r>
              <a:rPr lang="en-US" sz="1800" dirty="0"/>
              <a:t> for a personalized playback experience.</a:t>
            </a:r>
            <a:br>
              <a:rPr lang="en-US" sz="2400" dirty="0"/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199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2F5EB-F7C7-B8AC-3122-C5FA5CF4F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441" y="1063308"/>
            <a:ext cx="9603275" cy="1049235"/>
          </a:xfrm>
        </p:spPr>
        <p:txBody>
          <a:bodyPr/>
          <a:lstStyle/>
          <a:p>
            <a:r>
              <a:rPr lang="en-IN" dirty="0"/>
              <a:t>Shared / Collaborative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9B6787-C1EA-A9E5-BA12-A0A9A240C9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89666" y="1853754"/>
            <a:ext cx="1030428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Services: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Standardized Angular HTTP Interceptors to automatically attach JWTs to API requests, and built Role Guards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isListener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isArtist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used across the team.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Routing Config &amp; Environments: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Mapped environment variables in Angular directly to 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revplay-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-gateway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URL, relying on the backend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revplay-eureka-server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revplay-config-server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handle the dynamic routing behind the scenes.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Approach: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Maintained comprehensive unit tests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*.spec.ts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for critical services, particularly the reactive global audio state.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819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1E7B-F1C9-BCD2-4157-41452D9F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075981"/>
            <a:ext cx="9603275" cy="1049235"/>
          </a:xfrm>
        </p:spPr>
        <p:txBody>
          <a:bodyPr/>
          <a:lstStyle/>
          <a:p>
            <a:r>
              <a:rPr lang="en-IN" dirty="0"/>
              <a:t>Current achievements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9FB98-7A12-9A4E-808E-4DE5BED1F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2600" b="1" dirty="0"/>
              <a:t>Present (What We Have Built) :</a:t>
            </a:r>
          </a:p>
          <a:p>
            <a:r>
              <a:rPr lang="en-US" sz="2900" dirty="0"/>
              <a:t>A robust, cloud-native web application providing independent features tailored securely for both Listeners and Artists.</a:t>
            </a:r>
            <a:endParaRPr lang="en-US" sz="2900" b="1" dirty="0"/>
          </a:p>
          <a:p>
            <a:r>
              <a:rPr lang="en-US" sz="2900" b="1" dirty="0"/>
              <a:t>Fully Functional Streaming Engine:  </a:t>
            </a:r>
            <a:r>
              <a:rPr lang="en-US" sz="2900" dirty="0"/>
              <a:t>A persistent, global audio player built with Angular and RxJS that allows uninterrupted listening.</a:t>
            </a:r>
          </a:p>
          <a:p>
            <a:r>
              <a:rPr lang="en-US" sz="2900" b="1" dirty="0"/>
              <a:t>Secure Creator Ecosystem:  </a:t>
            </a:r>
            <a:r>
              <a:rPr lang="en-US" sz="2900" dirty="0"/>
              <a:t>Artists can securely upload .mp3 files and cover art via multipart Spring Boot APIs.</a:t>
            </a:r>
          </a:p>
          <a:p>
            <a:r>
              <a:rPr lang="en-US" sz="2900" b="1" dirty="0"/>
              <a:t>Interactive User Library:  </a:t>
            </a:r>
            <a:r>
              <a:rPr lang="en-US" sz="2900" dirty="0"/>
              <a:t>Listeners can seamlessly manage custom Playlists, Favorites, and automated Listening History.</a:t>
            </a:r>
          </a:p>
          <a:p>
            <a:r>
              <a:rPr lang="en-US" sz="2900" b="1" dirty="0"/>
              <a:t>Role-Based Security:  </a:t>
            </a:r>
            <a:r>
              <a:rPr lang="en-US" sz="2900" dirty="0"/>
              <a:t>Strict JWT authentication ensuring data privacy and correct access levels.</a:t>
            </a:r>
            <a:endParaRPr lang="en-IN" sz="29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8017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D4F02-7FDC-E06B-DCF6-CF0EA3AA3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40200"/>
            <a:ext cx="9603275" cy="1049235"/>
          </a:xfrm>
        </p:spPr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DD49F1-AB75-6AC6-F5CC-F2FBCCB22D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146" y="2302805"/>
            <a:ext cx="10515600" cy="3158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/>
              <a:t>AI-Powered Recommendations:  </a:t>
            </a:r>
            <a:r>
              <a:rPr lang="en-US" sz="2200" dirty="0"/>
              <a:t>Implementing machine learning algorithms to analyze a user's listening history and auto-generate personalized "Discover Weekly" playlists.</a:t>
            </a:r>
          </a:p>
          <a:p>
            <a:r>
              <a:rPr lang="en-US" sz="2200" b="1" dirty="0"/>
              <a:t>Premium Subscriptions &amp; Payments: </a:t>
            </a:r>
            <a:r>
              <a:rPr lang="en-US" sz="2200" dirty="0"/>
              <a:t>Integrating a payment gateway (like Stripe) to offer ad-free listening tiers and allow fans to financially support their favorite artist. </a:t>
            </a:r>
          </a:p>
          <a:p>
            <a:r>
              <a:rPr lang="en-US" sz="2200" b="1" dirty="0"/>
              <a:t>Collaborative Playlists: </a:t>
            </a:r>
            <a:r>
              <a:rPr lang="en-US" sz="2200" dirty="0"/>
              <a:t>Building real-time WebSocket connections so multiple friends can add, reorder, and listen to tracks in a shared playlist simultaneously.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635962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D4B50-8835-D946-F1E7-B6442DF9A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0269"/>
            <a:ext cx="9603275" cy="1049235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E0350-D525-4DEA-1781-719B679B7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Delivered a premium, modern streaming environment where the music never stops while users explore the app.</a:t>
            </a:r>
          </a:p>
          <a:p>
            <a:r>
              <a:rPr lang="en-US" dirty="0"/>
              <a:t>Successfully bridged the gap between listeners discovering new tracks and artists managing their portfolios.</a:t>
            </a:r>
          </a:p>
          <a:p>
            <a:r>
              <a:rPr lang="en-US" dirty="0"/>
              <a:t>Empowered users to curate their own music experience through custom playlists, instant favorites, and automated history tracking.</a:t>
            </a:r>
          </a:p>
          <a:p>
            <a:r>
              <a:rPr lang="en-US" dirty="0"/>
              <a:t>Collaborated to design, build, and secure a complete, real-world application from the ground up.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6752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0D618-788B-E484-7913-2C0C5F556CC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849438"/>
            <a:ext cx="10515600" cy="429418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8000" dirty="0"/>
              <a:t>THANK YOU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129789337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101</TotalTime>
  <Words>1201</Words>
  <Application>Microsoft Office PowerPoint</Application>
  <PresentationFormat>Widescreen</PresentationFormat>
  <Paragraphs>97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Unicode MS</vt:lpstr>
      <vt:lpstr>Gill Sans MT</vt:lpstr>
      <vt:lpstr>Google Sans Text</vt:lpstr>
      <vt:lpstr>Gallery</vt:lpstr>
      <vt:lpstr>           REVPLAY</vt:lpstr>
      <vt:lpstr>Project overview</vt:lpstr>
      <vt:lpstr>Our Technology Stack</vt:lpstr>
      <vt:lpstr>Our technology stack</vt:lpstr>
      <vt:lpstr>Our technology stack</vt:lpstr>
      <vt:lpstr>Database Architecture(ER Diagram)</vt:lpstr>
      <vt:lpstr>PowerPoint Presentation</vt:lpstr>
      <vt:lpstr>Architecture</vt:lpstr>
      <vt:lpstr>Individual Contribution – Hemanth (Lead)</vt:lpstr>
      <vt:lpstr>Individual Contribution – Devi Prasad</vt:lpstr>
      <vt:lpstr>Individual Contribution – Saikiran</vt:lpstr>
      <vt:lpstr>Individual Contribution – Rekha</vt:lpstr>
      <vt:lpstr>Individual Contribution – Ahmad</vt:lpstr>
      <vt:lpstr>Shared / Collaborative Work</vt:lpstr>
      <vt:lpstr>Current achievements</vt:lpstr>
      <vt:lpstr>Future scope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Saikiran Gundu</dc:creator>
  <cp:lastModifiedBy>Dudekula AhmadAli</cp:lastModifiedBy>
  <cp:revision>3</cp:revision>
  <dcterms:created xsi:type="dcterms:W3CDTF">2026-03-10T15:32:43Z</dcterms:created>
  <dcterms:modified xsi:type="dcterms:W3CDTF">2026-03-11T04:20:54Z</dcterms:modified>
</cp:coreProperties>
</file>